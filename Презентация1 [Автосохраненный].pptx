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/>
    <p:restoredTop sz="94710"/>
  </p:normalViewPr>
  <p:slideViewPr>
    <p:cSldViewPr snapToGrid="0">
      <p:cViewPr varScale="1">
        <p:scale>
          <a:sx n="138" d="100"/>
          <a:sy n="138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487A5-DB40-F79C-F350-AEA0D7DC5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2F8748-20E9-2291-E6DC-004790051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963FD7-D40F-EB71-2221-A0124D79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F99DD9-36F9-3844-DF90-A03F6ED8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5796B-FD67-4BAD-85E0-A38A19C7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77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337D3-8F96-5C62-AE0B-88D8BB02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5812D0-A0C3-CEA8-1E68-0B061518C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5DF8C9-BBD5-B6F6-F56C-DAB8F3DE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7AA9B8-C428-6819-105E-3F901B3AD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2ABBE1-72D0-D866-A634-B51E7743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88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4EE7D-6CB1-60B5-6D4A-005B6AA6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B24BA0-7004-FEC8-4D64-C5E06E87E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D0D9E-F8A0-ABE8-6266-D177784E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081BAF-C95B-99A2-CDFC-1085C5D7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7E388-2EE1-5562-00C6-AB418999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335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D04AA-C8A5-228E-7852-76C20EA7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EB2717-5A40-5E6C-44DD-F900E5869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CEA4FA-6AC0-3B4B-7D66-DC44F5B00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3DF9B1-3B22-27F7-ECDC-C0B9A60F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223236-1B6C-6A4B-E7D8-6CDF31FD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A34517-CDD3-B523-F434-952C140C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4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87DF5-C2C4-7424-E455-6818EDB4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419944-07FD-9878-EA44-585CC3EAB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162051-04BC-92F0-EACD-54C5F941C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323F5A-0170-2ADA-F569-F8B286496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0FF690-4D52-D6EB-8599-E9E1AA6C5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03E25C-1938-2702-5EF2-169DC962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848A7B-71E7-9F63-FEF4-9BD57D4C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0EABC3-8579-8A35-04DD-723258D8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94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ED3D9-7203-260E-0023-87067998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70451D-23A7-344B-2FE0-9B6ABE50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556DDF-7CA3-A3D3-635A-5876C19E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45029B-8298-429B-8E76-C5FE5310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8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F27020D-F46A-2EE5-A6AF-2C9E33D2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10AE68-5E98-4077-B47A-2046911E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669E74-C58D-078E-D953-4D599E6B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14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7C928-5220-84AA-9DE7-6F25C15D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B328A5-8280-47D0-A973-56016676D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A8457C-4FEF-E9FE-46E4-EB0A832BA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636C7C-D56A-12D2-C0B7-20B8EB93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6EF3D0-8C6E-DE4B-ECC5-A382E3E3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19D871-AF68-9091-A8E6-9CB3874F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69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3FC2B-D7D6-9F87-8A42-5D1282C5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EB2D9A-7958-EF57-ACDE-5A9374C67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AD4EC3-CB38-F420-4CEE-1B2A6DA68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A08E0-8F0B-EEDF-93D0-2E277231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5699DE-AA36-AD4C-B742-2333C998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D8E4D9-C747-A719-A82B-D8D00ABA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80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0627E-D9EA-6436-FC8F-A5D116E08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34A39A-5DDA-BA86-1142-B75669797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21A84A-DA66-6DEF-02E2-ABB8994D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452C0D-E125-B080-3DCF-A3E108A0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15AF0B-B45D-7F65-BB05-045B33D5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36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58BC0F-9F81-B31D-B156-6D4ADFA1D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1827E6-F65B-E1DC-5344-0C46F0A1C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B4AF4-A47E-7947-0766-C7DEE74D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28365-3F0A-08B2-3705-FF784D09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CF536C-2507-DA19-86E2-4D5C5FD9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70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645CF-FE62-3155-20FE-9D6C5413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9F1C11-C8E4-0200-D205-67E742640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CED79-E885-313A-4ECC-9ACC10B10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335FA-6A91-354B-9F49-F431638C9BA9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E52A9F-3B7A-8E52-04CF-6C4A0C2C9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EF6C0C-405F-AEC4-A854-522A46D22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65812-9047-854D-995E-88CEA8254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28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74B398-A995-E384-3758-814C22DA0A32}"/>
              </a:ext>
            </a:extLst>
          </p:cNvPr>
          <p:cNvSpPr/>
          <p:nvPr/>
        </p:nvSpPr>
        <p:spPr>
          <a:xfrm>
            <a:off x="314036" y="223981"/>
            <a:ext cx="2503055" cy="13923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Базовый класс </a:t>
            </a:r>
            <a:r>
              <a:rPr lang="en-US" dirty="0"/>
              <a:t>Volume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7D35B2-8D61-2B3C-C573-E7522BE53D0E}"/>
              </a:ext>
            </a:extLst>
          </p:cNvPr>
          <p:cNvSpPr/>
          <p:nvPr/>
        </p:nvSpPr>
        <p:spPr>
          <a:xfrm>
            <a:off x="314036" y="1711036"/>
            <a:ext cx="2503055" cy="1327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Методы </a:t>
            </a:r>
            <a:r>
              <a:rPr lang="en-US" dirty="0" err="1"/>
              <a:t>torch.tensor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B0B54D-BD97-4B21-FB98-9DB66C9EEBCA}"/>
              </a:ext>
            </a:extLst>
          </p:cNvPr>
          <p:cNvSpPr/>
          <p:nvPr/>
        </p:nvSpPr>
        <p:spPr>
          <a:xfrm>
            <a:off x="3029527" y="223981"/>
            <a:ext cx="2983346" cy="28147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Собственные методы класса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Visualize</a:t>
            </a:r>
          </a:p>
          <a:p>
            <a:pPr marL="342900" indent="-342900">
              <a:buAutoNum type="arabicPeriod"/>
            </a:pPr>
            <a:r>
              <a:rPr lang="en-US" dirty="0"/>
              <a:t>Rotate</a:t>
            </a:r>
          </a:p>
          <a:p>
            <a:pPr marL="342900" indent="-342900">
              <a:buAutoNum type="arabicPeriod"/>
            </a:pPr>
            <a:r>
              <a:rPr lang="en-US" dirty="0"/>
              <a:t>Affine</a:t>
            </a:r>
          </a:p>
          <a:p>
            <a:pPr marL="342900" indent="-342900">
              <a:buAutoNum type="arabicPeriod"/>
            </a:pPr>
            <a:r>
              <a:rPr lang="en-US" dirty="0"/>
              <a:t>Transform</a:t>
            </a:r>
          </a:p>
          <a:p>
            <a:pPr marL="342900" indent="-342900">
              <a:buAutoNum type="arabicPeriod"/>
            </a:pPr>
            <a:r>
              <a:rPr lang="en-US" dirty="0"/>
              <a:t>Resize</a:t>
            </a:r>
          </a:p>
          <a:p>
            <a:pPr marL="342900" indent="-342900">
              <a:buAutoNum type="arabicPeriod"/>
            </a:pPr>
            <a:r>
              <a:rPr lang="en-US" dirty="0"/>
              <a:t>Crop</a:t>
            </a:r>
          </a:p>
          <a:p>
            <a:pPr marL="342900" indent="-342900">
              <a:buAutoNum type="arabicPeriod"/>
            </a:pPr>
            <a:r>
              <a:rPr lang="en-US" dirty="0"/>
              <a:t>Mask</a:t>
            </a:r>
          </a:p>
          <a:p>
            <a:pPr marL="342900" indent="-342900">
              <a:buAutoNum type="arabicPeriod"/>
            </a:pPr>
            <a:r>
              <a:rPr lang="en-US" dirty="0"/>
              <a:t>Slice</a:t>
            </a:r>
          </a:p>
          <a:p>
            <a:pPr marL="342900" indent="-342900">
              <a:buAutoNum type="arabicPeriod"/>
            </a:pPr>
            <a:r>
              <a:rPr lang="en-US" dirty="0" err="1"/>
              <a:t>Equalise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</Words>
  <Application>Microsoft Macintosh PowerPoint</Application>
  <PresentationFormat>Широкоэкранный</PresentationFormat>
  <Paragraphs>12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Доронин</dc:creator>
  <cp:lastModifiedBy>Иван Доронин</cp:lastModifiedBy>
  <cp:revision>2</cp:revision>
  <dcterms:created xsi:type="dcterms:W3CDTF">2025-11-21T16:29:07Z</dcterms:created>
  <dcterms:modified xsi:type="dcterms:W3CDTF">2025-12-29T05:50:49Z</dcterms:modified>
</cp:coreProperties>
</file>